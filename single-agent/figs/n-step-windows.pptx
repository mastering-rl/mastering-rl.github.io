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3A4CA1-FA0D-4DDB-84F3-3E3CE03B418A}" v="57" dt="2022-01-25T06:05:33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2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othy Miller" userId="92f9a0d9-564f-4817-a007-aa737ec86ca3" providerId="ADAL" clId="{F53A4CA1-FA0D-4DDB-84F3-3E3CE03B418A}"/>
    <pc:docChg chg="undo custSel addSld modSld">
      <pc:chgData name="Timothy Miller" userId="92f9a0d9-564f-4817-a007-aa737ec86ca3" providerId="ADAL" clId="{F53A4CA1-FA0D-4DDB-84F3-3E3CE03B418A}" dt="2022-01-25T06:08:32.691" v="651" actId="552"/>
      <pc:docMkLst>
        <pc:docMk/>
      </pc:docMkLst>
      <pc:sldChg chg="addSp delSp modSp new mod">
        <pc:chgData name="Timothy Miller" userId="92f9a0d9-564f-4817-a007-aa737ec86ca3" providerId="ADAL" clId="{F53A4CA1-FA0D-4DDB-84F3-3E3CE03B418A}" dt="2022-01-25T06:08:32.691" v="651" actId="552"/>
        <pc:sldMkLst>
          <pc:docMk/>
          <pc:sldMk cId="1066655576" sldId="256"/>
        </pc:sldMkLst>
        <pc:spChg chg="del">
          <ac:chgData name="Timothy Miller" userId="92f9a0d9-564f-4817-a007-aa737ec86ca3" providerId="ADAL" clId="{F53A4CA1-FA0D-4DDB-84F3-3E3CE03B418A}" dt="2022-01-25T05:06:22.095" v="1" actId="478"/>
          <ac:spMkLst>
            <pc:docMk/>
            <pc:sldMk cId="1066655576" sldId="256"/>
            <ac:spMk id="2" creationId="{2ABAAA91-3F4A-482B-B0CA-0B39FB6D4E29}"/>
          </ac:spMkLst>
        </pc:spChg>
        <pc:spChg chg="del">
          <ac:chgData name="Timothy Miller" userId="92f9a0d9-564f-4817-a007-aa737ec86ca3" providerId="ADAL" clId="{F53A4CA1-FA0D-4DDB-84F3-3E3CE03B418A}" dt="2022-01-25T05:06:23.423" v="2" actId="478"/>
          <ac:spMkLst>
            <pc:docMk/>
            <pc:sldMk cId="1066655576" sldId="256"/>
            <ac:spMk id="3" creationId="{6E1A0162-015C-401C-8DD9-192413E1B4C6}"/>
          </ac:spMkLst>
        </pc:spChg>
        <pc:spChg chg="add del mod">
          <ac:chgData name="Timothy Miller" userId="92f9a0d9-564f-4817-a007-aa737ec86ca3" providerId="ADAL" clId="{F53A4CA1-FA0D-4DDB-84F3-3E3CE03B418A}" dt="2022-01-25T05:17:50.662" v="214" actId="478"/>
          <ac:spMkLst>
            <pc:docMk/>
            <pc:sldMk cId="1066655576" sldId="256"/>
            <ac:spMk id="4" creationId="{F6A9AE1F-30F8-4168-8AEB-633390C09F68}"/>
          </ac:spMkLst>
        </pc:spChg>
        <pc:spChg chg="add mod">
          <ac:chgData name="Timothy Miller" userId="92f9a0d9-564f-4817-a007-aa737ec86ca3" providerId="ADAL" clId="{F53A4CA1-FA0D-4DDB-84F3-3E3CE03B418A}" dt="2022-01-25T05:30:39.211" v="377" actId="12789"/>
          <ac:spMkLst>
            <pc:docMk/>
            <pc:sldMk cId="1066655576" sldId="256"/>
            <ac:spMk id="7" creationId="{C521BEBD-E932-442F-87D9-08CCE0E6FE5B}"/>
          </ac:spMkLst>
        </pc:spChg>
        <pc:spChg chg="add mod">
          <ac:chgData name="Timothy Miller" userId="92f9a0d9-564f-4817-a007-aa737ec86ca3" providerId="ADAL" clId="{F53A4CA1-FA0D-4DDB-84F3-3E3CE03B418A}" dt="2022-01-25T05:28:53.012" v="365" actId="1076"/>
          <ac:spMkLst>
            <pc:docMk/>
            <pc:sldMk cId="1066655576" sldId="256"/>
            <ac:spMk id="8" creationId="{00939D20-7867-478F-929C-C1DEC2AA7DDD}"/>
          </ac:spMkLst>
        </pc:spChg>
        <pc:spChg chg="add mod">
          <ac:chgData name="Timothy Miller" userId="92f9a0d9-564f-4817-a007-aa737ec86ca3" providerId="ADAL" clId="{F53A4CA1-FA0D-4DDB-84F3-3E3CE03B418A}" dt="2022-01-25T06:08:05.228" v="646" actId="555"/>
          <ac:spMkLst>
            <pc:docMk/>
            <pc:sldMk cId="1066655576" sldId="256"/>
            <ac:spMk id="9" creationId="{FE915F59-925C-47E3-BA0C-542D9C08C726}"/>
          </ac:spMkLst>
        </pc:spChg>
        <pc:spChg chg="add mod">
          <ac:chgData name="Timothy Miller" userId="92f9a0d9-564f-4817-a007-aa737ec86ca3" providerId="ADAL" clId="{F53A4CA1-FA0D-4DDB-84F3-3E3CE03B418A}" dt="2022-01-25T05:22:55.635" v="299" actId="20577"/>
          <ac:spMkLst>
            <pc:docMk/>
            <pc:sldMk cId="1066655576" sldId="256"/>
            <ac:spMk id="10" creationId="{CBCD02A9-135B-4120-A5E7-6DC1EC4078A5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11" creationId="{A1D1D2CF-F4BE-44A2-A2BB-1C6C5CBD5107}"/>
          </ac:spMkLst>
        </pc:spChg>
        <pc:spChg chg="add mod">
          <ac:chgData name="Timothy Miller" userId="92f9a0d9-564f-4817-a007-aa737ec86ca3" providerId="ADAL" clId="{F53A4CA1-FA0D-4DDB-84F3-3E3CE03B418A}" dt="2022-01-25T05:22:58.596" v="301" actId="20577"/>
          <ac:spMkLst>
            <pc:docMk/>
            <pc:sldMk cId="1066655576" sldId="256"/>
            <ac:spMk id="12" creationId="{7966407F-320C-4A33-8A4C-D4F8297D437B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13" creationId="{7B2626D8-0E96-4F82-91DD-472E1F4B6E4E}"/>
          </ac:spMkLst>
        </pc:spChg>
        <pc:spChg chg="add mod">
          <ac:chgData name="Timothy Miller" userId="92f9a0d9-564f-4817-a007-aa737ec86ca3" providerId="ADAL" clId="{F53A4CA1-FA0D-4DDB-84F3-3E3CE03B418A}" dt="2022-01-25T05:23:00.507" v="303" actId="20577"/>
          <ac:spMkLst>
            <pc:docMk/>
            <pc:sldMk cId="1066655576" sldId="256"/>
            <ac:spMk id="14" creationId="{8855C1D5-4347-4036-9C30-A1E4B1ECA594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15" creationId="{351C1F71-C3D6-4B9E-B57E-009434523FA4}"/>
          </ac:spMkLst>
        </pc:spChg>
        <pc:spChg chg="add mod">
          <ac:chgData name="Timothy Miller" userId="92f9a0d9-564f-4817-a007-aa737ec86ca3" providerId="ADAL" clId="{F53A4CA1-FA0D-4DDB-84F3-3E3CE03B418A}" dt="2022-01-25T05:23:04.588" v="305" actId="20577"/>
          <ac:spMkLst>
            <pc:docMk/>
            <pc:sldMk cId="1066655576" sldId="256"/>
            <ac:spMk id="16" creationId="{3190CE64-BE1A-460E-BB4F-86A36A2BCEFD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17" creationId="{DAB8D6D9-0E15-446A-A551-B0A600A8BF2B}"/>
          </ac:spMkLst>
        </pc:spChg>
        <pc:spChg chg="add del mod">
          <ac:chgData name="Timothy Miller" userId="92f9a0d9-564f-4817-a007-aa737ec86ca3" providerId="ADAL" clId="{F53A4CA1-FA0D-4DDB-84F3-3E3CE03B418A}" dt="2022-01-25T05:21:44.760" v="276"/>
          <ac:spMkLst>
            <pc:docMk/>
            <pc:sldMk cId="1066655576" sldId="256"/>
            <ac:spMk id="18" creationId="{5D06160B-3A49-4221-A2B3-087D3D162219}"/>
          </ac:spMkLst>
        </pc:spChg>
        <pc:spChg chg="add del mod">
          <ac:chgData name="Timothy Miller" userId="92f9a0d9-564f-4817-a007-aa737ec86ca3" providerId="ADAL" clId="{F53A4CA1-FA0D-4DDB-84F3-3E3CE03B418A}" dt="2022-01-25T05:21:44.760" v="276"/>
          <ac:spMkLst>
            <pc:docMk/>
            <pc:sldMk cId="1066655576" sldId="256"/>
            <ac:spMk id="19" creationId="{DAD34378-95A1-49B0-AD34-D6A9E5E4040F}"/>
          </ac:spMkLst>
        </pc:spChg>
        <pc:spChg chg="add mod">
          <ac:chgData name="Timothy Miller" userId="92f9a0d9-564f-4817-a007-aa737ec86ca3" providerId="ADAL" clId="{F53A4CA1-FA0D-4DDB-84F3-3E3CE03B418A}" dt="2022-01-25T05:23:07.279" v="307" actId="20577"/>
          <ac:spMkLst>
            <pc:docMk/>
            <pc:sldMk cId="1066655576" sldId="256"/>
            <ac:spMk id="20" creationId="{B8E0496A-605C-43A2-9B8B-3E3743212039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21" creationId="{3E974D5A-A1AC-4406-AC67-5B6172386719}"/>
          </ac:spMkLst>
        </pc:spChg>
        <pc:spChg chg="add mod">
          <ac:chgData name="Timothy Miller" userId="92f9a0d9-564f-4817-a007-aa737ec86ca3" providerId="ADAL" clId="{F53A4CA1-FA0D-4DDB-84F3-3E3CE03B418A}" dt="2022-01-25T05:23:09.528" v="309" actId="20577"/>
          <ac:spMkLst>
            <pc:docMk/>
            <pc:sldMk cId="1066655576" sldId="256"/>
            <ac:spMk id="22" creationId="{B1C44190-2C6D-4171-9F6D-79897F29652A}"/>
          </ac:spMkLst>
        </pc:spChg>
        <pc:spChg chg="add mod">
          <ac:chgData name="Timothy Miller" userId="92f9a0d9-564f-4817-a007-aa737ec86ca3" providerId="ADAL" clId="{F53A4CA1-FA0D-4DDB-84F3-3E3CE03B418A}" dt="2022-01-25T05:29:39.953" v="375" actId="14100"/>
          <ac:spMkLst>
            <pc:docMk/>
            <pc:sldMk cId="1066655576" sldId="256"/>
            <ac:spMk id="23" creationId="{4FC55E9E-9844-4597-9879-BD4CB637B94C}"/>
          </ac:spMkLst>
        </pc:spChg>
        <pc:spChg chg="add del mod">
          <ac:chgData name="Timothy Miller" userId="92f9a0d9-564f-4817-a007-aa737ec86ca3" providerId="ADAL" clId="{F53A4CA1-FA0D-4DDB-84F3-3E3CE03B418A}" dt="2022-01-25T05:23:21.553" v="315" actId="478"/>
          <ac:spMkLst>
            <pc:docMk/>
            <pc:sldMk cId="1066655576" sldId="256"/>
            <ac:spMk id="24" creationId="{5E5F8C18-64BF-4E6B-843F-D774DE8C304A}"/>
          </ac:spMkLst>
        </pc:spChg>
        <pc:spChg chg="add del mod">
          <ac:chgData name="Timothy Miller" userId="92f9a0d9-564f-4817-a007-aa737ec86ca3" providerId="ADAL" clId="{F53A4CA1-FA0D-4DDB-84F3-3E3CE03B418A}" dt="2022-01-25T05:23:19.301" v="314" actId="478"/>
          <ac:spMkLst>
            <pc:docMk/>
            <pc:sldMk cId="1066655576" sldId="256"/>
            <ac:spMk id="25" creationId="{2FF7199E-6720-4767-A68F-A3A2399AB0E5}"/>
          </ac:spMkLst>
        </pc:spChg>
        <pc:spChg chg="add del mod">
          <ac:chgData name="Timothy Miller" userId="92f9a0d9-564f-4817-a007-aa737ec86ca3" providerId="ADAL" clId="{F53A4CA1-FA0D-4DDB-84F3-3E3CE03B418A}" dt="2022-01-25T05:23:19.301" v="314" actId="478"/>
          <ac:spMkLst>
            <pc:docMk/>
            <pc:sldMk cId="1066655576" sldId="256"/>
            <ac:spMk id="26" creationId="{6E236B31-1134-4A3A-A949-2A711146E170}"/>
          </ac:spMkLst>
        </pc:spChg>
        <pc:spChg chg="add del mod">
          <ac:chgData name="Timothy Miller" userId="92f9a0d9-564f-4817-a007-aa737ec86ca3" providerId="ADAL" clId="{F53A4CA1-FA0D-4DDB-84F3-3E3CE03B418A}" dt="2022-01-25T05:23:19.301" v="314" actId="478"/>
          <ac:spMkLst>
            <pc:docMk/>
            <pc:sldMk cId="1066655576" sldId="256"/>
            <ac:spMk id="27" creationId="{C8011001-B7E7-4878-84E8-C1ED95E35643}"/>
          </ac:spMkLst>
        </pc:spChg>
        <pc:spChg chg="add del mod">
          <ac:chgData name="Timothy Miller" userId="92f9a0d9-564f-4817-a007-aa737ec86ca3" providerId="ADAL" clId="{F53A4CA1-FA0D-4DDB-84F3-3E3CE03B418A}" dt="2022-01-25T05:23:19.301" v="314" actId="478"/>
          <ac:spMkLst>
            <pc:docMk/>
            <pc:sldMk cId="1066655576" sldId="256"/>
            <ac:spMk id="28" creationId="{CE60428C-6E88-41BD-85FA-89CAD66EB147}"/>
          </ac:spMkLst>
        </pc:spChg>
        <pc:spChg chg="add del mod">
          <ac:chgData name="Timothy Miller" userId="92f9a0d9-564f-4817-a007-aa737ec86ca3" providerId="ADAL" clId="{F53A4CA1-FA0D-4DDB-84F3-3E3CE03B418A}" dt="2022-01-25T05:23:19.301" v="314" actId="478"/>
          <ac:spMkLst>
            <pc:docMk/>
            <pc:sldMk cId="1066655576" sldId="256"/>
            <ac:spMk id="29" creationId="{BA4FC8F2-8DA0-4954-AFD3-3BD195A1C13C}"/>
          </ac:spMkLst>
        </pc:spChg>
        <pc:spChg chg="add mod">
          <ac:chgData name="Timothy Miller" userId="92f9a0d9-564f-4817-a007-aa737ec86ca3" providerId="ADAL" clId="{F53A4CA1-FA0D-4DDB-84F3-3E3CE03B418A}" dt="2022-01-25T05:26:26.531" v="348" actId="20577"/>
          <ac:spMkLst>
            <pc:docMk/>
            <pc:sldMk cId="1066655576" sldId="256"/>
            <ac:spMk id="32" creationId="{C98089E1-6D35-4841-880C-F945F793AA0D}"/>
          </ac:spMkLst>
        </pc:spChg>
        <pc:spChg chg="add mod">
          <ac:chgData name="Timothy Miller" userId="92f9a0d9-564f-4817-a007-aa737ec86ca3" providerId="ADAL" clId="{F53A4CA1-FA0D-4DDB-84F3-3E3CE03B418A}" dt="2022-01-25T06:07:44.757" v="639" actId="555"/>
          <ac:spMkLst>
            <pc:docMk/>
            <pc:sldMk cId="1066655576" sldId="256"/>
            <ac:spMk id="33" creationId="{D529BA33-6931-4019-89D8-661E73156829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35" creationId="{65BB110C-59D5-4975-9C11-E8D665DD658A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36" creationId="{45359E2C-AA4C-4DEA-8A12-22B42BD41AA0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37" creationId="{52381988-E4FB-4988-BEE7-C392D91293D9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38" creationId="{42A2987E-D91A-449C-B130-0AACEA7CC92B}"/>
          </ac:spMkLst>
        </pc:spChg>
        <pc:spChg chg="add del mod">
          <ac:chgData name="Timothy Miller" userId="92f9a0d9-564f-4817-a007-aa737ec86ca3" providerId="ADAL" clId="{F53A4CA1-FA0D-4DDB-84F3-3E3CE03B418A}" dt="2022-01-25T06:02:33.242" v="498" actId="478"/>
          <ac:spMkLst>
            <pc:docMk/>
            <pc:sldMk cId="1066655576" sldId="256"/>
            <ac:spMk id="39" creationId="{E3A7A229-B419-4DC5-BBBC-82CC8294D24C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40" creationId="{4A03745A-0E0D-445D-865E-D65A4FE854B0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41" creationId="{B9501FA5-7F9B-47D8-BB8F-69944052E8BF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42" creationId="{98E422EB-6B27-4AB3-BDC7-688BBBE79EBC}"/>
          </ac:spMkLst>
        </pc:spChg>
        <pc:spChg chg="add mod">
          <ac:chgData name="Timothy Miller" userId="92f9a0d9-564f-4817-a007-aa737ec86ca3" providerId="ADAL" clId="{F53A4CA1-FA0D-4DDB-84F3-3E3CE03B418A}" dt="2022-01-25T06:08:32.691" v="651" actId="552"/>
          <ac:spMkLst>
            <pc:docMk/>
            <pc:sldMk cId="1066655576" sldId="256"/>
            <ac:spMk id="43" creationId="{2BBD0A35-598E-42D6-9FF4-97F2B34F1FB7}"/>
          </ac:spMkLst>
        </pc:spChg>
        <pc:graphicFrameChg chg="add del mod">
          <ac:chgData name="Timothy Miller" userId="92f9a0d9-564f-4817-a007-aa737ec86ca3" providerId="ADAL" clId="{F53A4CA1-FA0D-4DDB-84F3-3E3CE03B418A}" dt="2022-01-25T05:09:16.328" v="8"/>
          <ac:graphicFrameMkLst>
            <pc:docMk/>
            <pc:sldMk cId="1066655576" sldId="256"/>
            <ac:graphicFrameMk id="5" creationId="{8B71DEF2-7C94-41E2-A628-8B4719D575A2}"/>
          </ac:graphicFrameMkLst>
        </pc:graphicFrameChg>
        <pc:graphicFrameChg chg="add del mod modGraphic">
          <ac:chgData name="Timothy Miller" userId="92f9a0d9-564f-4817-a007-aa737ec86ca3" providerId="ADAL" clId="{F53A4CA1-FA0D-4DDB-84F3-3E3CE03B418A}" dt="2022-01-25T05:28:38.546" v="363" actId="478"/>
          <ac:graphicFrameMkLst>
            <pc:docMk/>
            <pc:sldMk cId="1066655576" sldId="256"/>
            <ac:graphicFrameMk id="6" creationId="{6267EAF0-C8E5-49A2-BD04-EF486A08CA3C}"/>
          </ac:graphicFrameMkLst>
        </pc:graphicFrameChg>
        <pc:graphicFrameChg chg="add mod modGraphic">
          <ac:chgData name="Timothy Miller" userId="92f9a0d9-564f-4817-a007-aa737ec86ca3" providerId="ADAL" clId="{F53A4CA1-FA0D-4DDB-84F3-3E3CE03B418A}" dt="2022-01-25T05:31:43.178" v="412" actId="20577"/>
          <ac:graphicFrameMkLst>
            <pc:docMk/>
            <pc:sldMk cId="1066655576" sldId="256"/>
            <ac:graphicFrameMk id="34" creationId="{7397C6DB-8B73-4711-9E4F-32FC49190C24}"/>
          </ac:graphicFrameMkLst>
        </pc:graphicFrameChg>
        <pc:cxnChg chg="add mod">
          <ac:chgData name="Timothy Miller" userId="92f9a0d9-564f-4817-a007-aa737ec86ca3" providerId="ADAL" clId="{F53A4CA1-FA0D-4DDB-84F3-3E3CE03B418A}" dt="2022-01-25T05:58:41.229" v="428" actId="1076"/>
          <ac:cxnSpMkLst>
            <pc:docMk/>
            <pc:sldMk cId="1066655576" sldId="256"/>
            <ac:cxnSpMk id="31" creationId="{4B58A2CC-900A-4F9E-949E-9DBA7179B6AB}"/>
          </ac:cxnSpMkLst>
        </pc:cxnChg>
      </pc:sldChg>
      <pc:sldMasterChg chg="addSldLayout">
        <pc:chgData name="Timothy Miller" userId="92f9a0d9-564f-4817-a007-aa737ec86ca3" providerId="ADAL" clId="{F53A4CA1-FA0D-4DDB-84F3-3E3CE03B418A}" dt="2022-01-25T05:06:18.906" v="0" actId="680"/>
        <pc:sldMasterMkLst>
          <pc:docMk/>
          <pc:sldMasterMk cId="1027226498" sldId="2147483648"/>
        </pc:sldMasterMkLst>
        <pc:sldLayoutChg chg="add">
          <pc:chgData name="Timothy Miller" userId="92f9a0d9-564f-4817-a007-aa737ec86ca3" providerId="ADAL" clId="{F53A4CA1-FA0D-4DDB-84F3-3E3CE03B418A}" dt="2022-01-25T05:06:18.906" v="0" actId="680"/>
          <pc:sldLayoutMkLst>
            <pc:docMk/>
            <pc:sldMasterMk cId="1027226498" sldId="2147483648"/>
            <pc:sldLayoutMk cId="1784934707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F5101-353B-4712-AC56-8C13A89FE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77E23-4677-4413-BC75-6AA567F20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93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722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521BEBD-E932-442F-87D9-08CCE0E6FE5B}"/>
              </a:ext>
            </a:extLst>
          </p:cNvPr>
          <p:cNvSpPr txBox="1"/>
          <p:nvPr/>
        </p:nvSpPr>
        <p:spPr>
          <a:xfrm>
            <a:off x="704849" y="1638300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39D20-7867-478F-929C-C1DEC2AA7DDD}"/>
              </a:ext>
            </a:extLst>
          </p:cNvPr>
          <p:cNvSpPr txBox="1"/>
          <p:nvPr/>
        </p:nvSpPr>
        <p:spPr>
          <a:xfrm>
            <a:off x="3998118" y="657225"/>
            <a:ext cx="557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 = 3</a:t>
            </a:r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FE915F59-925C-47E3-BA0C-542D9C08C726}"/>
              </a:ext>
            </a:extLst>
          </p:cNvPr>
          <p:cNvSpPr/>
          <p:nvPr/>
        </p:nvSpPr>
        <p:spPr>
          <a:xfrm rot="5400000">
            <a:off x="1886438" y="1334500"/>
            <a:ext cx="180000" cy="90487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D02A9-135B-4120-A5E7-6DC1EC4078A5}"/>
              </a:ext>
            </a:extLst>
          </p:cNvPr>
          <p:cNvSpPr txBox="1"/>
          <p:nvPr/>
        </p:nvSpPr>
        <p:spPr>
          <a:xfrm>
            <a:off x="704849" y="2100792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1</a:t>
            </a:r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A1D1D2CF-F4BE-44A2-A2BB-1C6C5CBD5107}"/>
              </a:ext>
            </a:extLst>
          </p:cNvPr>
          <p:cNvSpPr/>
          <p:nvPr/>
        </p:nvSpPr>
        <p:spPr>
          <a:xfrm rot="5400000">
            <a:off x="2348400" y="1343067"/>
            <a:ext cx="180000" cy="18288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407F-320C-4A33-8A4C-D4F8297D437B}"/>
              </a:ext>
            </a:extLst>
          </p:cNvPr>
          <p:cNvSpPr txBox="1"/>
          <p:nvPr/>
        </p:nvSpPr>
        <p:spPr>
          <a:xfrm>
            <a:off x="704849" y="2572809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2</a:t>
            </a:r>
          </a:p>
        </p:txBody>
      </p:sp>
      <p:sp>
        <p:nvSpPr>
          <p:cNvPr id="13" name="Right Bracket 12">
            <a:extLst>
              <a:ext uri="{FF2B5EF4-FFF2-40B4-BE49-F238E27FC236}">
                <a16:creationId xmlns:a16="http://schemas.microsoft.com/office/drawing/2014/main" id="{7B2626D8-0E96-4F82-91DD-472E1F4B6E4E}"/>
              </a:ext>
            </a:extLst>
          </p:cNvPr>
          <p:cNvSpPr/>
          <p:nvPr/>
        </p:nvSpPr>
        <p:spPr>
          <a:xfrm rot="5400000">
            <a:off x="2805599" y="1357884"/>
            <a:ext cx="180000" cy="2743200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55C1D5-4347-4036-9C30-A1E4B1ECA594}"/>
              </a:ext>
            </a:extLst>
          </p:cNvPr>
          <p:cNvSpPr txBox="1"/>
          <p:nvPr/>
        </p:nvSpPr>
        <p:spPr>
          <a:xfrm>
            <a:off x="704849" y="3044826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3</a:t>
            </a:r>
          </a:p>
        </p:txBody>
      </p:sp>
      <p:sp>
        <p:nvSpPr>
          <p:cNvPr id="15" name="Right Bracket 14">
            <a:extLst>
              <a:ext uri="{FF2B5EF4-FFF2-40B4-BE49-F238E27FC236}">
                <a16:creationId xmlns:a16="http://schemas.microsoft.com/office/drawing/2014/main" id="{351C1F71-C3D6-4B9E-B57E-009434523FA4}"/>
              </a:ext>
            </a:extLst>
          </p:cNvPr>
          <p:cNvSpPr/>
          <p:nvPr/>
        </p:nvSpPr>
        <p:spPr>
          <a:xfrm rot="5400000">
            <a:off x="3720000" y="1823549"/>
            <a:ext cx="180000" cy="2724151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0CE64-BE1A-460E-BB4F-86A36A2BCEFD}"/>
              </a:ext>
            </a:extLst>
          </p:cNvPr>
          <p:cNvSpPr txBox="1"/>
          <p:nvPr/>
        </p:nvSpPr>
        <p:spPr>
          <a:xfrm>
            <a:off x="704849" y="3516843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4</a:t>
            </a:r>
          </a:p>
        </p:txBody>
      </p:sp>
      <p:sp>
        <p:nvSpPr>
          <p:cNvPr id="17" name="Right Bracket 16">
            <a:extLst>
              <a:ext uri="{FF2B5EF4-FFF2-40B4-BE49-F238E27FC236}">
                <a16:creationId xmlns:a16="http://schemas.microsoft.com/office/drawing/2014/main" id="{DAB8D6D9-0E15-446A-A551-B0A600A8BF2B}"/>
              </a:ext>
            </a:extLst>
          </p:cNvPr>
          <p:cNvSpPr/>
          <p:nvPr/>
        </p:nvSpPr>
        <p:spPr>
          <a:xfrm rot="5400000">
            <a:off x="4639162" y="2323612"/>
            <a:ext cx="180000" cy="273367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E0496A-605C-43A2-9B8B-3E3743212039}"/>
              </a:ext>
            </a:extLst>
          </p:cNvPr>
          <p:cNvSpPr txBox="1"/>
          <p:nvPr/>
        </p:nvSpPr>
        <p:spPr>
          <a:xfrm>
            <a:off x="704849" y="3988860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5</a:t>
            </a:r>
          </a:p>
        </p:txBody>
      </p:sp>
      <p:sp>
        <p:nvSpPr>
          <p:cNvPr id="21" name="Right Bracket 20">
            <a:extLst>
              <a:ext uri="{FF2B5EF4-FFF2-40B4-BE49-F238E27FC236}">
                <a16:creationId xmlns:a16="http://schemas.microsoft.com/office/drawing/2014/main" id="{3E974D5A-A1AC-4406-AC67-5B6172386719}"/>
              </a:ext>
            </a:extLst>
          </p:cNvPr>
          <p:cNvSpPr/>
          <p:nvPr/>
        </p:nvSpPr>
        <p:spPr>
          <a:xfrm rot="5400000">
            <a:off x="5539274" y="2804628"/>
            <a:ext cx="180000" cy="2724151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C44190-2C6D-4171-9F6D-79897F29652A}"/>
              </a:ext>
            </a:extLst>
          </p:cNvPr>
          <p:cNvSpPr txBox="1"/>
          <p:nvPr/>
        </p:nvSpPr>
        <p:spPr>
          <a:xfrm>
            <a:off x="704849" y="4460877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6</a:t>
            </a:r>
          </a:p>
        </p:txBody>
      </p:sp>
      <p:sp>
        <p:nvSpPr>
          <p:cNvPr id="23" name="Right Bracket 22">
            <a:extLst>
              <a:ext uri="{FF2B5EF4-FFF2-40B4-BE49-F238E27FC236}">
                <a16:creationId xmlns:a16="http://schemas.microsoft.com/office/drawing/2014/main" id="{4FC55E9E-9844-4597-9879-BD4CB637B94C}"/>
              </a:ext>
            </a:extLst>
          </p:cNvPr>
          <p:cNvSpPr/>
          <p:nvPr/>
        </p:nvSpPr>
        <p:spPr>
          <a:xfrm rot="5400000">
            <a:off x="6077437" y="3809516"/>
            <a:ext cx="180000" cy="1647824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58A2CC-900A-4F9E-949E-9DBA7179B6AB}"/>
              </a:ext>
            </a:extLst>
          </p:cNvPr>
          <p:cNvCxnSpPr/>
          <p:nvPr/>
        </p:nvCxnSpPr>
        <p:spPr>
          <a:xfrm>
            <a:off x="5181600" y="-581025"/>
            <a:ext cx="0" cy="6353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98089E1-6D35-4841-880C-F945F793AA0D}"/>
              </a:ext>
            </a:extLst>
          </p:cNvPr>
          <p:cNvSpPr txBox="1"/>
          <p:nvPr/>
        </p:nvSpPr>
        <p:spPr>
          <a:xfrm>
            <a:off x="714374" y="4927602"/>
            <a:ext cx="5048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 = 7</a:t>
            </a:r>
          </a:p>
        </p:txBody>
      </p:sp>
      <p:sp>
        <p:nvSpPr>
          <p:cNvPr id="33" name="Right Bracket 32">
            <a:extLst>
              <a:ext uri="{FF2B5EF4-FFF2-40B4-BE49-F238E27FC236}">
                <a16:creationId xmlns:a16="http://schemas.microsoft.com/office/drawing/2014/main" id="{D529BA33-6931-4019-89D8-661E73156829}"/>
              </a:ext>
            </a:extLst>
          </p:cNvPr>
          <p:cNvSpPr/>
          <p:nvPr/>
        </p:nvSpPr>
        <p:spPr>
          <a:xfrm rot="5400000">
            <a:off x="6458437" y="4647716"/>
            <a:ext cx="180000" cy="90487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7397C6DB-8B73-4711-9E4F-32FC49190C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10985"/>
              </p:ext>
            </p:extLst>
          </p:nvPr>
        </p:nvGraphicFramePr>
        <p:xfrm>
          <a:off x="1508125" y="1043516"/>
          <a:ext cx="55117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633">
                  <a:extLst>
                    <a:ext uri="{9D8B030D-6E8A-4147-A177-3AD203B41FA5}">
                      <a16:colId xmlns:a16="http://schemas.microsoft.com/office/drawing/2014/main" val="3642126259"/>
                    </a:ext>
                  </a:extLst>
                </a:gridCol>
                <a:gridCol w="918633">
                  <a:extLst>
                    <a:ext uri="{9D8B030D-6E8A-4147-A177-3AD203B41FA5}">
                      <a16:colId xmlns:a16="http://schemas.microsoft.com/office/drawing/2014/main" val="3426943929"/>
                    </a:ext>
                  </a:extLst>
                </a:gridCol>
                <a:gridCol w="918633">
                  <a:extLst>
                    <a:ext uri="{9D8B030D-6E8A-4147-A177-3AD203B41FA5}">
                      <a16:colId xmlns:a16="http://schemas.microsoft.com/office/drawing/2014/main" val="2996909263"/>
                    </a:ext>
                  </a:extLst>
                </a:gridCol>
                <a:gridCol w="918633">
                  <a:extLst>
                    <a:ext uri="{9D8B030D-6E8A-4147-A177-3AD203B41FA5}">
                      <a16:colId xmlns:a16="http://schemas.microsoft.com/office/drawing/2014/main" val="411787012"/>
                    </a:ext>
                  </a:extLst>
                </a:gridCol>
                <a:gridCol w="918633">
                  <a:extLst>
                    <a:ext uri="{9D8B030D-6E8A-4147-A177-3AD203B41FA5}">
                      <a16:colId xmlns:a16="http://schemas.microsoft.com/office/drawing/2014/main" val="1056524156"/>
                    </a:ext>
                  </a:extLst>
                </a:gridCol>
                <a:gridCol w="918633">
                  <a:extLst>
                    <a:ext uri="{9D8B030D-6E8A-4147-A177-3AD203B41FA5}">
                      <a16:colId xmlns:a16="http://schemas.microsoft.com/office/drawing/2014/main" val="677926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_)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r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r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r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r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(s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a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, r</a:t>
                      </a:r>
                      <a:r>
                        <a:rPr lang="en-AU" sz="1400" b="0" baseline="-250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  <a:r>
                        <a:rPr lang="en-AU" sz="1400" b="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07710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65BB110C-59D5-4975-9C11-E8D665DD658A}"/>
              </a:ext>
            </a:extLst>
          </p:cNvPr>
          <p:cNvSpPr txBox="1"/>
          <p:nvPr/>
        </p:nvSpPr>
        <p:spPr>
          <a:xfrm>
            <a:off x="7248523" y="1624853"/>
            <a:ext cx="1809751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update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359E2C-AA4C-4DEA-8A12-22B42BD41AA0}"/>
              </a:ext>
            </a:extLst>
          </p:cNvPr>
          <p:cNvSpPr txBox="1"/>
          <p:nvPr/>
        </p:nvSpPr>
        <p:spPr>
          <a:xfrm>
            <a:off x="7248523" y="2098170"/>
            <a:ext cx="1809751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update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2381988-E4FB-4988-BEE7-C392D91293D9}"/>
              </a:ext>
            </a:extLst>
          </p:cNvPr>
          <p:cNvSpPr txBox="1"/>
          <p:nvPr/>
        </p:nvSpPr>
        <p:spPr>
          <a:xfrm>
            <a:off x="7248523" y="2571487"/>
            <a:ext cx="1809751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 update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2A2987E-D91A-449C-B130-0AACEA7CC92B}"/>
              </a:ext>
            </a:extLst>
          </p:cNvPr>
          <p:cNvSpPr txBox="1"/>
          <p:nvPr/>
        </p:nvSpPr>
        <p:spPr>
          <a:xfrm>
            <a:off x="7248523" y="3044804"/>
            <a:ext cx="3629026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–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0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03745A-0E0D-445D-865E-D65A4FE854B0}"/>
              </a:ext>
            </a:extLst>
          </p:cNvPr>
          <p:cNvSpPr txBox="1"/>
          <p:nvPr/>
        </p:nvSpPr>
        <p:spPr>
          <a:xfrm>
            <a:off x="7248523" y="3518121"/>
            <a:ext cx="3629026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γ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γ</a:t>
            </a:r>
            <a:r>
              <a:rPr lang="en-AU" sz="1400" b="0" baseline="30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–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501FA5-7F9B-47D8-BB8F-69944052E8BF}"/>
              </a:ext>
            </a:extLst>
          </p:cNvPr>
          <p:cNvSpPr txBox="1"/>
          <p:nvPr/>
        </p:nvSpPr>
        <p:spPr>
          <a:xfrm>
            <a:off x="7248523" y="3991438"/>
            <a:ext cx="4171952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γ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γ</a:t>
            </a:r>
            <a:r>
              <a:rPr lang="en-AU" sz="1400" b="0" baseline="30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2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] </a:t>
            </a:r>
            <a:r>
              <a:rPr lang="en-AU" sz="12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2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5 </a:t>
            </a:r>
            <a:r>
              <a:rPr lang="en-AU" sz="12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 a terminal state)</a:t>
            </a:r>
            <a:endParaRPr lang="en-AU" sz="1400" b="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E422EB-6B27-4AB3-BDC7-688BBBE79EBC}"/>
              </a:ext>
            </a:extLst>
          </p:cNvPr>
          <p:cNvSpPr txBox="1"/>
          <p:nvPr/>
        </p:nvSpPr>
        <p:spPr>
          <a:xfrm>
            <a:off x="7248523" y="4464755"/>
            <a:ext cx="4057651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3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[r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γ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BD0A35-598E-42D6-9FF4-97F2B34F1FB7}"/>
              </a:ext>
            </a:extLst>
          </p:cNvPr>
          <p:cNvSpPr txBox="1"/>
          <p:nvPr/>
        </p:nvSpPr>
        <p:spPr>
          <a:xfrm>
            <a:off x="7248523" y="4938069"/>
            <a:ext cx="4057651" cy="261610"/>
          </a:xfrm>
          <a:prstGeom prst="rect">
            <a:avLst/>
          </a:prstGeom>
          <a:noFill/>
        </p:spPr>
        <p:txBody>
          <a:bodyPr wrap="square" bIns="0" rtlCol="0">
            <a:spAutoFit/>
          </a:bodyPr>
          <a:lstStyle/>
          <a:p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aseline="-25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= </a:t>
            </a:r>
            <a:r>
              <a:rPr lang="en-AU" sz="1400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Q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(s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, a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) + </a:t>
            </a:r>
            <a:r>
              <a:rPr lang="el-GR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α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[r</a:t>
            </a:r>
            <a:r>
              <a:rPr lang="en-AU" sz="1400" b="0" baseline="-25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5</a:t>
            </a:r>
            <a:r>
              <a:rPr lang="en-AU" sz="1400" b="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066655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202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Source Sans Pro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Timothy Miller</dc:creator>
  <cp:lastModifiedBy>Timothy Miller</cp:lastModifiedBy>
  <cp:revision>1</cp:revision>
  <dcterms:created xsi:type="dcterms:W3CDTF">2022-01-25T05:05:28Z</dcterms:created>
  <dcterms:modified xsi:type="dcterms:W3CDTF">2022-01-25T06:08:54Z</dcterms:modified>
</cp:coreProperties>
</file>