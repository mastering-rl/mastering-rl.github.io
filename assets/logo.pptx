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980BA0-0F4A-4214-AB11-EE070FC943DC}" v="44" dt="2023-11-03T05:32:31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Miller" userId="e118c78a-470c-4863-8b52-3aa598a6a1d5" providerId="ADAL" clId="{D4980BA0-0F4A-4214-AB11-EE070FC943DC}"/>
    <pc:docChg chg="undo custSel addSld modSld">
      <pc:chgData name="Tim Miller" userId="e118c78a-470c-4863-8b52-3aa598a6a1d5" providerId="ADAL" clId="{D4980BA0-0F4A-4214-AB11-EE070FC943DC}" dt="2023-11-03T05:32:58.030" v="276" actId="478"/>
      <pc:docMkLst>
        <pc:docMk/>
      </pc:docMkLst>
      <pc:sldChg chg="addSp delSp modSp new mod">
        <pc:chgData name="Tim Miller" userId="e118c78a-470c-4863-8b52-3aa598a6a1d5" providerId="ADAL" clId="{D4980BA0-0F4A-4214-AB11-EE070FC943DC}" dt="2023-11-03T05:32:58.030" v="276" actId="478"/>
        <pc:sldMkLst>
          <pc:docMk/>
          <pc:sldMk cId="3069351669" sldId="256"/>
        </pc:sldMkLst>
        <pc:spChg chg="del">
          <ac:chgData name="Tim Miller" userId="e118c78a-470c-4863-8b52-3aa598a6a1d5" providerId="ADAL" clId="{D4980BA0-0F4A-4214-AB11-EE070FC943DC}" dt="2023-11-03T04:31:58.871" v="5" actId="478"/>
          <ac:spMkLst>
            <pc:docMk/>
            <pc:sldMk cId="3069351669" sldId="256"/>
            <ac:spMk id="2" creationId="{F15AB152-A2CC-4B9A-6DBB-0E16363D4ECA}"/>
          </ac:spMkLst>
        </pc:spChg>
        <pc:spChg chg="del">
          <ac:chgData name="Tim Miller" userId="e118c78a-470c-4863-8b52-3aa598a6a1d5" providerId="ADAL" clId="{D4980BA0-0F4A-4214-AB11-EE070FC943DC}" dt="2023-11-03T04:32:00.984" v="6" actId="478"/>
          <ac:spMkLst>
            <pc:docMk/>
            <pc:sldMk cId="3069351669" sldId="256"/>
            <ac:spMk id="3" creationId="{5DA866A3-85B5-3D92-BF5D-17ED13AC6760}"/>
          </ac:spMkLst>
        </pc:spChg>
        <pc:spChg chg="add del">
          <ac:chgData name="Tim Miller" userId="e118c78a-470c-4863-8b52-3aa598a6a1d5" providerId="ADAL" clId="{D4980BA0-0F4A-4214-AB11-EE070FC943DC}" dt="2023-11-03T04:31:18.484" v="2" actId="22"/>
          <ac:spMkLst>
            <pc:docMk/>
            <pc:sldMk cId="3069351669" sldId="256"/>
            <ac:spMk id="5" creationId="{D3D6C5F7-4436-AA53-5102-92D5DAA45D2A}"/>
          </ac:spMkLst>
        </pc:spChg>
        <pc:spChg chg="add del mod">
          <ac:chgData name="Tim Miller" userId="e118c78a-470c-4863-8b52-3aa598a6a1d5" providerId="ADAL" clId="{D4980BA0-0F4A-4214-AB11-EE070FC943DC}" dt="2023-11-03T04:34:36.141" v="33" actId="478"/>
          <ac:spMkLst>
            <pc:docMk/>
            <pc:sldMk cId="3069351669" sldId="256"/>
            <ac:spMk id="10" creationId="{27B959E1-E9FA-D49A-ECC2-D07BF154B5F5}"/>
          </ac:spMkLst>
        </pc:spChg>
        <pc:spChg chg="add mod">
          <ac:chgData name="Tim Miller" userId="e118c78a-470c-4863-8b52-3aa598a6a1d5" providerId="ADAL" clId="{D4980BA0-0F4A-4214-AB11-EE070FC943DC}" dt="2023-11-03T05:32:28.041" v="263" actId="2711"/>
          <ac:spMkLst>
            <pc:docMk/>
            <pc:sldMk cId="3069351669" sldId="256"/>
            <ac:spMk id="1061" creationId="{CE31B8A4-757B-4A80-CD91-F28CBC67DC0D}"/>
          </ac:spMkLst>
        </pc:spChg>
        <pc:spChg chg="add del mod">
          <ac:chgData name="Tim Miller" userId="e118c78a-470c-4863-8b52-3aa598a6a1d5" providerId="ADAL" clId="{D4980BA0-0F4A-4214-AB11-EE070FC943DC}" dt="2023-11-03T05:32:58.030" v="276" actId="478"/>
          <ac:spMkLst>
            <pc:docMk/>
            <pc:sldMk cId="3069351669" sldId="256"/>
            <ac:spMk id="1062" creationId="{9C5C07AB-E075-FC16-2569-4A197B4041AF}"/>
          </ac:spMkLst>
        </pc:spChg>
        <pc:picChg chg="add del mod">
          <ac:chgData name="Tim Miller" userId="e118c78a-470c-4863-8b52-3aa598a6a1d5" providerId="ADAL" clId="{D4980BA0-0F4A-4214-AB11-EE070FC943DC}" dt="2023-11-03T04:54:40.163" v="195" actId="478"/>
          <ac:picMkLst>
            <pc:docMk/>
            <pc:sldMk cId="3069351669" sldId="256"/>
            <ac:picMk id="7" creationId="{D7D6A000-ABFE-FA7F-1C43-D92903A8BF85}"/>
          </ac:picMkLst>
        </pc:picChg>
        <pc:picChg chg="add mod ord">
          <ac:chgData name="Tim Miller" userId="e118c78a-470c-4863-8b52-3aa598a6a1d5" providerId="ADAL" clId="{D4980BA0-0F4A-4214-AB11-EE070FC943DC}" dt="2023-11-03T04:56:37.842" v="261" actId="12788"/>
          <ac:picMkLst>
            <pc:docMk/>
            <pc:sldMk cId="3069351669" sldId="256"/>
            <ac:picMk id="9" creationId="{3A5BA9D5-D429-92B2-F7AF-917A28A89D4E}"/>
          </ac:picMkLst>
        </pc:picChg>
        <pc:picChg chg="add del mod">
          <ac:chgData name="Tim Miller" userId="e118c78a-470c-4863-8b52-3aa598a6a1d5" providerId="ADAL" clId="{D4980BA0-0F4A-4214-AB11-EE070FC943DC}" dt="2023-11-03T04:57:14.456" v="262" actId="478"/>
          <ac:picMkLst>
            <pc:docMk/>
            <pc:sldMk cId="3069351669" sldId="256"/>
            <ac:picMk id="1026" creationId="{2E494B2A-2C8F-6DB4-10DA-BE1630D68B81}"/>
          </ac:picMkLst>
        </pc:picChg>
        <pc:picChg chg="add del">
          <ac:chgData name="Tim Miller" userId="e118c78a-470c-4863-8b52-3aa598a6a1d5" providerId="ADAL" clId="{D4980BA0-0F4A-4214-AB11-EE070FC943DC}" dt="2023-11-03T04:32:02.579" v="8"/>
          <ac:picMkLst>
            <pc:docMk/>
            <pc:sldMk cId="3069351669" sldId="256"/>
            <ac:picMk id="1028" creationId="{365947D3-3535-CB07-B875-5510EF06FCF0}"/>
          </ac:picMkLst>
        </pc:picChg>
        <pc:picChg chg="add mod">
          <ac:chgData name="Tim Miller" userId="e118c78a-470c-4863-8b52-3aa598a6a1d5" providerId="ADAL" clId="{D4980BA0-0F4A-4214-AB11-EE070FC943DC}" dt="2023-11-03T04:54:51.370" v="199" actId="1076"/>
          <ac:picMkLst>
            <pc:docMk/>
            <pc:sldMk cId="3069351669" sldId="256"/>
            <ac:picMk id="1058" creationId="{85A5931A-3A3E-28E5-230D-D53E506F7CA1}"/>
          </ac:picMkLst>
        </pc:picChg>
        <pc:picChg chg="add mod">
          <ac:chgData name="Tim Miller" userId="e118c78a-470c-4863-8b52-3aa598a6a1d5" providerId="ADAL" clId="{D4980BA0-0F4A-4214-AB11-EE070FC943DC}" dt="2023-11-03T04:56:37.842" v="261" actId="12788"/>
          <ac:picMkLst>
            <pc:docMk/>
            <pc:sldMk cId="3069351669" sldId="256"/>
            <ac:picMk id="1060" creationId="{07CEDF3A-9596-CCBD-C2EB-8CE60E7174D2}"/>
          </ac:picMkLst>
        </pc:pic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2" creationId="{2F49657D-4B23-BC01-A41E-E2579410746E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6" creationId="{0B7AA87D-2C4B-EBE3-8147-9BEA97A19D8A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7" creationId="{284B0213-6CF7-F781-C388-1B319434EC89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23" creationId="{22844BC9-9211-2C2F-CED3-808A2A8960D6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28" creationId="{C9524F70-5E52-8679-AB32-EA57B26EAC43}"/>
          </ac:cxnSpMkLst>
        </pc:cxnChg>
        <pc:cxnChg chg="add del mod">
          <ac:chgData name="Tim Miller" userId="e118c78a-470c-4863-8b52-3aa598a6a1d5" providerId="ADAL" clId="{D4980BA0-0F4A-4214-AB11-EE070FC943DC}" dt="2023-11-03T04:38:27.290" v="85"/>
          <ac:cxnSpMkLst>
            <pc:docMk/>
            <pc:sldMk cId="3069351669" sldId="256"/>
            <ac:cxnSpMk id="29" creationId="{CEA99B1E-B22D-6109-791E-921FE59A709C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30" creationId="{70803DDE-84A9-B8A3-7563-AA47E5858E76}"/>
          </ac:cxnSpMkLst>
        </pc:cxnChg>
        <pc:cxnChg chg="add del mod">
          <ac:chgData name="Tim Miller" userId="e118c78a-470c-4863-8b52-3aa598a6a1d5" providerId="ADAL" clId="{D4980BA0-0F4A-4214-AB11-EE070FC943DC}" dt="2023-11-03T04:54:41.491" v="196" actId="478"/>
          <ac:cxnSpMkLst>
            <pc:docMk/>
            <pc:sldMk cId="3069351669" sldId="256"/>
            <ac:cxnSpMk id="31" creationId="{4255029E-35DF-47DF-ED3E-7768A1CB47DC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25" creationId="{CA234B9C-B612-A319-6FDD-A7EDC2F19B4B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30" creationId="{0609E83F-2350-AC72-8A1B-4251AADAB9DC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36" creationId="{E4F6863F-D3B1-B736-40A2-3E78C2B4FEF1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38" creationId="{8E167AD9-1FAC-410A-23DB-F4D6454619CF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1" creationId="{289429B1-AB74-5CC5-3D1D-B96EA6E59902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2" creationId="{3ABB4603-74D9-BD67-9364-24BABFFFBB8F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3" creationId="{3222943C-D4B2-B131-47E0-7B7E5B8E8404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6" creationId="{6948956C-25F9-687B-EEEC-A802BD1442ED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7" creationId="{BC09F4D0-C56F-2286-CF04-484ECE457C38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9" creationId="{473C4640-9EA0-A1BA-BFCF-2212EA665BB2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50" creationId="{1210C24A-9599-9746-15CE-B0DE6B9858E2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53" creationId="{EE592CD2-FEEE-27FB-D55D-3DB6B722F196}"/>
          </ac:cxnSpMkLst>
        </pc:cxnChg>
        <pc:cxnChg chg="add del">
          <ac:chgData name="Tim Miller" userId="e118c78a-470c-4863-8b52-3aa598a6a1d5" providerId="ADAL" clId="{D4980BA0-0F4A-4214-AB11-EE070FC943DC}" dt="2023-11-03T04:54:42.682" v="197" actId="478"/>
          <ac:cxnSpMkLst>
            <pc:docMk/>
            <pc:sldMk cId="3069351669" sldId="256"/>
            <ac:cxnSpMk id="1056" creationId="{1B7A2CE0-E091-0CD1-BBFD-83C7F90DCE00}"/>
          </ac:cxnSpMkLst>
        </pc:cxnChg>
      </pc:sldChg>
      <pc:sldChg chg="addSp delSp modSp new mod">
        <pc:chgData name="Tim Miller" userId="e118c78a-470c-4863-8b52-3aa598a6a1d5" providerId="ADAL" clId="{D4980BA0-0F4A-4214-AB11-EE070FC943DC}" dt="2023-11-03T04:32:23.674" v="18" actId="1076"/>
        <pc:sldMkLst>
          <pc:docMk/>
          <pc:sldMk cId="1116035580" sldId="257"/>
        </pc:sldMkLst>
        <pc:spChg chg="del">
          <ac:chgData name="Tim Miller" userId="e118c78a-470c-4863-8b52-3aa598a6a1d5" providerId="ADAL" clId="{D4980BA0-0F4A-4214-AB11-EE070FC943DC}" dt="2023-11-03T04:32:08.178" v="11" actId="478"/>
          <ac:spMkLst>
            <pc:docMk/>
            <pc:sldMk cId="1116035580" sldId="257"/>
            <ac:spMk id="2" creationId="{D767C09E-ADD5-2153-D919-86CA330DEEEB}"/>
          </ac:spMkLst>
        </pc:spChg>
        <pc:spChg chg="del">
          <ac:chgData name="Tim Miller" userId="e118c78a-470c-4863-8b52-3aa598a6a1d5" providerId="ADAL" clId="{D4980BA0-0F4A-4214-AB11-EE070FC943DC}" dt="2023-11-03T04:32:05.767" v="10"/>
          <ac:spMkLst>
            <pc:docMk/>
            <pc:sldMk cId="1116035580" sldId="257"/>
            <ac:spMk id="3" creationId="{D9AD6E2C-E19F-6B95-4E4C-23A13A2F0261}"/>
          </ac:spMkLst>
        </pc:spChg>
        <pc:spChg chg="add del mod">
          <ac:chgData name="Tim Miller" userId="e118c78a-470c-4863-8b52-3aa598a6a1d5" providerId="ADAL" clId="{D4980BA0-0F4A-4214-AB11-EE070FC943DC}" dt="2023-11-03T04:32:11.787" v="13" actId="478"/>
          <ac:spMkLst>
            <pc:docMk/>
            <pc:sldMk cId="1116035580" sldId="257"/>
            <ac:spMk id="4" creationId="{A80B692C-02CC-7478-F3FE-E8B2E5F7D0D0}"/>
          </ac:spMkLst>
        </pc:spChg>
        <pc:picChg chg="add del mod">
          <ac:chgData name="Tim Miller" userId="e118c78a-470c-4863-8b52-3aa598a6a1d5" providerId="ADAL" clId="{D4980BA0-0F4A-4214-AB11-EE070FC943DC}" dt="2023-11-03T04:32:23.674" v="18" actId="1076"/>
          <ac:picMkLst>
            <pc:docMk/>
            <pc:sldMk cId="1116035580" sldId="257"/>
            <ac:picMk id="2050" creationId="{1CB7E900-FEDD-5013-ED49-A13F031B66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1B0D-D206-5429-0773-643BE5DC8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0ECE6-1C97-7C06-C3BC-3DF6E97AF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92222-9BFF-63E3-CB45-90062B1D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59D7A-BA69-98AB-9497-8F455C1B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51707-741E-6F0A-5066-F1056A5C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786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FA20-0D73-8218-7BFE-34814CF7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57E5-A8E3-81E1-6A7F-95B41690E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417F5-CAD8-CED5-B59D-505E26EF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440F8-075C-0E47-2D8B-306CB9D4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7128A-3474-1D33-46F5-389355C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19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590D-CEEB-375E-E594-F189AEE2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F9D50-BA70-F2A7-63FF-F523E6360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EE4D-8F2D-D2F5-0C91-A7B70F97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9E681-BA03-A749-70C1-A6BC23B35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BD2A2-0FED-28C7-1F16-F98DE835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20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424F-6A2A-C716-4443-A1594AC8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E3B3-B07F-6A86-8DF5-4D1611E28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1F320-A266-D462-482E-9D5FDBC40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6CA62-37AB-98A9-EBF6-67807BA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5C37E-180B-DB5A-43F3-F98737B0C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0533B-C26B-39D0-4B9D-3AA8C4DD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12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4911-3CBB-F7B4-F92D-92544477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B88A8-15FC-71D9-2B83-84AA2399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F4F07-E20B-C47A-7E66-A775A7B1E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FFE0C5-F4AC-9B27-61CD-2D9EE0565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ACAA1-708C-3F0E-053B-D9F8DA3E7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514FB-E07C-6ADC-9D7F-CDDCCB33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3E74E-030A-2C3A-DD5F-3F4FA13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3E4A6-BE43-4EC4-66B8-5135028A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37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8608-890C-D1BA-EAC0-707B20B5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ED1BF-A1A0-5CDC-50B4-09C40E05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C2550-52FE-0A96-7AF7-60F63685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461EC-FA55-1FA5-6927-3B4E7D9C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769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61B8D-9A0F-082F-713F-C562E254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1C8A0-A0CC-9C34-736E-11FEE8D8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33AD-F538-0E63-E9A3-35D7A77F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659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7A191-B14D-4BB1-BE4B-68B6FF3B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A15E2-A291-2CDF-A8A8-7604D338D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59912-EB58-C322-D3F6-19061BDAC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04383-4673-7A11-CACD-375289BA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2CBA7-9F66-9060-6FE5-F9B9D4FF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A2934-AB9D-7179-EEAC-04DC519F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17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D4FE-F4A9-54D1-A6BA-EE6B2887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B3D0C-FE1D-4717-9005-8A2225EF3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1F4F2-6FA6-E55F-058D-DFA03639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35597-496C-66BE-7DF6-5142F05E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36406-3C92-DFD3-6B88-085B11C3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9B95C-F6F1-ED19-23B8-F064FA88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1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3C6A-2140-4117-697D-E3936DB3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5F42B-C7A8-AA68-A9D1-07DF9AD1D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46ABA-5238-3B39-0AF9-F9508714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7FF0-C096-27AD-1FA9-07A259D6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F0C80-5263-26BA-EACC-D3451A18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497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4FFD65-95DE-8274-4C47-708DD42FA4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2D347-9D69-6D9C-2675-53A107CB1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721A9-E1AC-DBA4-ADCC-92DA9637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6B7E5-004D-8E36-AB03-DB8E7D25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E9270-4C95-D8E7-1C58-913179DE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8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ECFAA-E73C-A3BC-D5F2-2729D3A7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60B21-E343-79EF-ED25-43C29EB0B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D51AF-CDA7-92FF-009E-9819D66CE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D0E76-BE76-42D7-866C-286855711181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C78F-7117-D4B8-D54B-5912E5535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42CD-A936-2EEB-D473-6B4813EBE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317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Picture 1057" descr="A diagram of a circuit&#10;&#10;Description automatically generated">
            <a:extLst>
              <a:ext uri="{FF2B5EF4-FFF2-40B4-BE49-F238E27FC236}">
                <a16:creationId xmlns:a16="http://schemas.microsoft.com/office/drawing/2014/main" id="{85A5931A-3A3E-28E5-230D-D53E506F7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853" y="1990079"/>
            <a:ext cx="4191000" cy="2857500"/>
          </a:xfrm>
          <a:prstGeom prst="rect">
            <a:avLst/>
          </a:prstGeom>
        </p:spPr>
      </p:pic>
      <p:pic>
        <p:nvPicPr>
          <p:cNvPr id="1060" name="Graphic 1059" descr="Robot outline">
            <a:extLst>
              <a:ext uri="{FF2B5EF4-FFF2-40B4-BE49-F238E27FC236}">
                <a16:creationId xmlns:a16="http://schemas.microsoft.com/office/drawing/2014/main" id="{07CEDF3A-9596-CCBD-C2EB-8CE60E717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5928" y="1911803"/>
            <a:ext cx="914400" cy="914400"/>
          </a:xfrm>
          <a:prstGeom prst="rect">
            <a:avLst/>
          </a:prstGeom>
        </p:spPr>
      </p:pic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3A5BA9D5-D429-92B2-F7AF-917A28A89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8094" y="4707256"/>
            <a:ext cx="550068" cy="550068"/>
          </a:xfrm>
          <a:prstGeom prst="rect">
            <a:avLst/>
          </a:prstGeom>
        </p:spPr>
      </p:pic>
      <p:sp>
        <p:nvSpPr>
          <p:cNvPr id="1061" name="TextBox 1060">
            <a:extLst>
              <a:ext uri="{FF2B5EF4-FFF2-40B4-BE49-F238E27FC236}">
                <a16:creationId xmlns:a16="http://schemas.microsoft.com/office/drawing/2014/main" id="{CE31B8A4-757B-4A80-CD91-F28CBC67DC0D}"/>
              </a:ext>
            </a:extLst>
          </p:cNvPr>
          <p:cNvSpPr txBox="1"/>
          <p:nvPr/>
        </p:nvSpPr>
        <p:spPr>
          <a:xfrm>
            <a:off x="3451775" y="2960914"/>
            <a:ext cx="2901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INTRODUCTION TO</a:t>
            </a:r>
            <a:br>
              <a:rPr lang="en-AU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AU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06935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inforcement Learning 101. Learn the essentials of Reinforcement… | by  Shweta Bhatt | Towards Data Science">
            <a:extLst>
              <a:ext uri="{FF2B5EF4-FFF2-40B4-BE49-F238E27FC236}">
                <a16:creationId xmlns:a16="http://schemas.microsoft.com/office/drawing/2014/main" id="{1CB7E900-FEDD-5013-ED49-A13F031B66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7088" y="1018491"/>
            <a:ext cx="12507098" cy="482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03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Source Sans Pro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Miller</dc:creator>
  <cp:lastModifiedBy>Tim Miller</cp:lastModifiedBy>
  <cp:revision>1</cp:revision>
  <dcterms:created xsi:type="dcterms:W3CDTF">2023-11-03T04:31:13Z</dcterms:created>
  <dcterms:modified xsi:type="dcterms:W3CDTF">2023-11-03T05:32:59Z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2023-11-03T04:31:24Z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0e1865dd-79bb-46ff-9a5f-64969c045b18</vt:lpwstr>
  </property>
  <property fmtid="{D5CDD505-2E9C-101B-9397-08002B2CF9AE}" pid="8" name="MSIP_Label_0f488380-630a-4f55-a077-a19445e3f360_ContentBits">
    <vt:lpwstr>0</vt:lpwstr>
  </property>
</Properties>
</file>